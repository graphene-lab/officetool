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a99328066724bbe" /><Relationship Type="http://schemas.openxmlformats.org/package/2006/relationships/metadata/core-properties" Target="/docProps/core.xml" Id="Rff0c295d87ce48eb" /><Relationship Type="http://schemas.openxmlformats.org/officeDocument/2006/relationships/extended-properties" Target="/docProps/app.xml" Id="Rf4fce9b47ef2413f" /><Relationship Type="http://schemas.openxmlformats.org/officeDocument/2006/relationships/custom-properties" Target="/docProps/custom.xml" Id="Rd1dcacb9d4c5475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cf644bb00544e8b"/>
    <p:sldId id="257" r:id="R51bd3b2e53584bb1"/>
    <p:sldId id="258" r:id="Rcf271a68655545e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cf644bb00544e8b" /><Relationship Type="http://schemas.openxmlformats.org/officeDocument/2006/relationships/slide" Target="/ppt/slides/slide2.xml" Id="R51bd3b2e53584bb1" /><Relationship Type="http://schemas.openxmlformats.org/officeDocument/2006/relationships/slide" Target="/ppt/slides/slide3.xml" Id="Rcf271a68655545e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e637f143f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a3193e3194c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c4228c1014f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38f70402c4f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c04c92ae74f7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a42b339c9fb4c3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b69407ad6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53947fc5845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72b53e6e542c5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914400" y="2331720"/>
            <a:ext cx="146304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914400" y="2514600"/>
            <a:ext cx="10332720" cy="1188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Q4 2025 Strategy Review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914400" y="3840480"/>
            <a:ext cx="82296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8FAADC"/>
                </a:solidFill>
              </a:rPr>
              <a:t>Growth / Profit / Outlook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914400" y="6309360"/>
            <a:ext cx="54864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B7DB1"/>
                </a:solidFill>
              </a:rPr>
              <a:t>AIOffice - built with OfficeTool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5" name="TextBox 1"/>
          <p:cNvSpPr/>
          <p:nvPr/>
        </p:nvSpPr>
        <p:spPr>
          <a:xfrm xmlns:a="http://schemas.openxmlformats.org/drawingml/2006/main">
            <a:off x="0" y="0"/>
            <a:ext cx="121889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822960" y="384048"/>
            <a:ext cx="82296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FY25 at a Glance</a:t>
            </a:r>
          </a:p>
        </p:txBody>
      </p:sp>
      <p:sp>
        <p:nvSpPr>
          <p:cNvPr id="100007" name="TextBox 3"/>
          <p:cNvSpPr/>
          <p:nvPr/>
        </p:nvSpPr>
        <p:spPr>
          <a:xfrm xmlns:a="http://schemas.openxmlformats.org/drawingml/2006/main">
            <a:off x="914400" y="2011680"/>
            <a:ext cx="32461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914400" y="2468880"/>
            <a:ext cx="324612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B365D"/>
                </a:solidFill>
              </a:rPr>
              <a:t>$4.7M</a:t>
            </a:r>
          </a:p>
        </p:txBody>
      </p:sp>
      <p:sp>
        <p:nvSpPr>
          <p:cNvPr id="100009" name="TextBox 5"/>
          <p:cNvSpPr txBox="1"/>
          <p:nvPr/>
        </p:nvSpPr>
        <p:spPr>
          <a:xfrm xmlns:a="http://schemas.openxmlformats.org/drawingml/2006/main">
            <a:off x="914400" y="3749040"/>
            <a:ext cx="3246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66666"/>
                </a:solidFill>
              </a:rPr>
              <a:t>Revenue</a:t>
            </a:r>
          </a:p>
        </p:txBody>
      </p:sp>
      <p:sp>
        <p:nvSpPr>
          <p:cNvPr id="100010" name="TextBox 6"/>
          <p:cNvSpPr/>
          <p:nvPr/>
        </p:nvSpPr>
        <p:spPr>
          <a:xfrm xmlns:a="http://schemas.openxmlformats.org/drawingml/2006/main">
            <a:off x="4343400" y="2011680"/>
            <a:ext cx="32461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1" name="TextBox 7"/>
          <p:cNvSpPr txBox="1"/>
          <p:nvPr/>
        </p:nvSpPr>
        <p:spPr>
          <a:xfrm xmlns:a="http://schemas.openxmlformats.org/drawingml/2006/main">
            <a:off x="4343400" y="2468880"/>
            <a:ext cx="324612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B365D"/>
                </a:solidFill>
              </a:rPr>
              <a:t>$1.7M</a:t>
            </a:r>
          </a:p>
        </p:txBody>
      </p:sp>
      <p:sp>
        <p:nvSpPr>
          <p:cNvPr id="100012" name="TextBox 8"/>
          <p:cNvSpPr txBox="1"/>
          <p:nvPr/>
        </p:nvSpPr>
        <p:spPr>
          <a:xfrm xmlns:a="http://schemas.openxmlformats.org/drawingml/2006/main">
            <a:off x="4343400" y="3749040"/>
            <a:ext cx="3246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66666"/>
                </a:solidFill>
              </a:rPr>
              <a:t>Profit</a:t>
            </a:r>
          </a:p>
        </p:txBody>
      </p:sp>
      <p:sp>
        <p:nvSpPr>
          <p:cNvPr id="100013" name="TextBox 9"/>
          <p:cNvSpPr/>
          <p:nvPr/>
        </p:nvSpPr>
        <p:spPr>
          <a:xfrm xmlns:a="http://schemas.openxmlformats.org/drawingml/2006/main">
            <a:off x="7772400" y="2011680"/>
            <a:ext cx="32461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TextBox 10"/>
          <p:cNvSpPr txBox="1"/>
          <p:nvPr/>
        </p:nvSpPr>
        <p:spPr>
          <a:xfrm xmlns:a="http://schemas.openxmlformats.org/drawingml/2006/main">
            <a:off x="7772400" y="2468880"/>
            <a:ext cx="324612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1B365D"/>
                </a:solidFill>
              </a:rPr>
              <a:t>100.5%</a:t>
            </a:r>
          </a:p>
        </p:txBody>
      </p:sp>
      <p:sp>
        <p:nvSpPr>
          <p:cNvPr id="100015" name="TextBox 11"/>
          <p:cNvSpPr txBox="1"/>
          <p:nvPr/>
        </p:nvSpPr>
        <p:spPr>
          <a:xfrm xmlns:a="http://schemas.openxmlformats.org/drawingml/2006/main">
            <a:off x="7772400" y="3749040"/>
            <a:ext cx="324612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66666"/>
                </a:solidFill>
              </a:rPr>
              <a:t>Avg Achievement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6" name="TextBox 1"/>
          <p:cNvSpPr/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2"/>
          <p:cNvSpPr/>
          <p:nvPr/>
        </p:nvSpPr>
        <p:spPr>
          <a:xfrm xmlns:a="http://schemas.openxmlformats.org/drawingml/2006/main">
            <a:off x="5349240" y="2788920"/>
            <a:ext cx="146304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3"/>
          <p:cNvSpPr txBox="1"/>
          <p:nvPr/>
        </p:nvSpPr>
        <p:spPr>
          <a:xfrm xmlns:a="http://schemas.openxmlformats.org/drawingml/2006/main">
            <a:off x="0" y="2148840"/>
            <a:ext cx="12188952" cy="1005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019" name="TextBox 4"/>
          <p:cNvSpPr txBox="1"/>
          <p:nvPr/>
        </p:nvSpPr>
        <p:spPr>
          <a:xfrm xmlns:a="http://schemas.openxmlformats.org/drawingml/2006/main">
            <a:off x="0" y="3246120"/>
            <a:ext cx="12188952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8FAADC"/>
                </a:solidFill>
              </a:rPr>
              <a:t>Questions welcome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OfficeCLI/1.26.08.14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2026-08-14T03:25:52Z</dcterms:created>
  <cp:lastModifiedBy>OfficeCLI</cp:lastModifiedBy>
  <dcterms:modified xsi:type="dcterms:W3CDTF">2026-08-14T03:25:52Z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1.26.08.14</vt:lpwstr>
  </op:property>
  <op:property fmtid="{D5CDD505-2E9C-101B-9397-08002B2CF9AE}" pid="3" name="OfficeCLI.LastModified">
    <vt:lpwstr xmlns:vt="http://schemas.openxmlformats.org/officeDocument/2006/docPropsVTypes">2026-08-14T03:25:52Z</vt:lpwstr>
  </op:property>
</op:Properties>
</file>